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AA1241-BCB6-4B0D-ADBD-206A7A7837B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A1CAE6E-1ED9-4131-9805-520AFF21AA4F}">
      <dgm:prSet phldrT="[Text]" phldr="0" custT="1"/>
      <dgm:spPr/>
      <dgm:t>
        <a:bodyPr/>
        <a:lstStyle/>
        <a:p>
          <a:r>
            <a:rPr lang="en-US" sz="2800" dirty="0"/>
            <a:t>While Loop</a:t>
          </a:r>
        </a:p>
      </dgm:t>
    </dgm:pt>
    <dgm:pt modelId="{E11EC024-D75D-4D05-9891-68499ADC02B9}" type="parTrans" cxnId="{34665303-CE74-4650-BA52-EB4C0A279A09}">
      <dgm:prSet/>
      <dgm:spPr/>
      <dgm:t>
        <a:bodyPr/>
        <a:lstStyle/>
        <a:p>
          <a:endParaRPr lang="en-US"/>
        </a:p>
      </dgm:t>
    </dgm:pt>
    <dgm:pt modelId="{DF8F8D7A-026E-4B8D-A968-526B95E988ED}" type="sibTrans" cxnId="{34665303-CE74-4650-BA52-EB4C0A279A09}">
      <dgm:prSet/>
      <dgm:spPr/>
      <dgm:t>
        <a:bodyPr/>
        <a:lstStyle/>
        <a:p>
          <a:endParaRPr lang="en-US"/>
        </a:p>
      </dgm:t>
    </dgm:pt>
    <dgm:pt modelId="{543ACBAE-1504-4A6E-8076-FF2CE668DC47}">
      <dgm:prSet phldrT="[Text]" custT="1"/>
      <dgm:spPr/>
      <dgm:t>
        <a:bodyPr/>
        <a:lstStyle/>
        <a:p>
          <a:r>
            <a:rPr lang="en-US" sz="1800" dirty="0"/>
            <a:t>Best used when iterations are unknown; depends on a condition changing.</a:t>
          </a:r>
        </a:p>
      </dgm:t>
    </dgm:pt>
    <dgm:pt modelId="{1C809BB9-EA3A-4D1E-A49F-3C0A33B8BAC5}" type="parTrans" cxnId="{9109C6AA-3DE3-4C6B-9EB3-6424CB94383B}">
      <dgm:prSet/>
      <dgm:spPr/>
      <dgm:t>
        <a:bodyPr/>
        <a:lstStyle/>
        <a:p>
          <a:endParaRPr lang="en-US"/>
        </a:p>
      </dgm:t>
    </dgm:pt>
    <dgm:pt modelId="{CF5857D2-5ED2-4CAE-8980-CB7F4E02F27B}" type="sibTrans" cxnId="{9109C6AA-3DE3-4C6B-9EB3-6424CB94383B}">
      <dgm:prSet/>
      <dgm:spPr/>
      <dgm:t>
        <a:bodyPr/>
        <a:lstStyle/>
        <a:p>
          <a:endParaRPr lang="en-US"/>
        </a:p>
      </dgm:t>
    </dgm:pt>
    <dgm:pt modelId="{8C20342B-EA78-4933-A3C1-622194E06422}">
      <dgm:prSet phldrT="[Text]" phldr="0" custT="1"/>
      <dgm:spPr/>
      <dgm:t>
        <a:bodyPr/>
        <a:lstStyle/>
        <a:p>
          <a:r>
            <a:rPr lang="en-US" sz="2800" dirty="0"/>
            <a:t>Do while Loop</a:t>
          </a:r>
        </a:p>
      </dgm:t>
    </dgm:pt>
    <dgm:pt modelId="{C8457102-B104-4003-A58C-E3E0E002966A}" type="parTrans" cxnId="{8531F203-9816-4F22-ABBA-AEE26E17790D}">
      <dgm:prSet/>
      <dgm:spPr/>
      <dgm:t>
        <a:bodyPr/>
        <a:lstStyle/>
        <a:p>
          <a:endParaRPr lang="en-US"/>
        </a:p>
      </dgm:t>
    </dgm:pt>
    <dgm:pt modelId="{89685E96-E6B5-4A2D-BA25-F99306A44705}" type="sibTrans" cxnId="{8531F203-9816-4F22-ABBA-AEE26E17790D}">
      <dgm:prSet/>
      <dgm:spPr/>
      <dgm:t>
        <a:bodyPr/>
        <a:lstStyle/>
        <a:p>
          <a:endParaRPr lang="en-US"/>
        </a:p>
      </dgm:t>
    </dgm:pt>
    <dgm:pt modelId="{784A3492-FE1A-466B-8D72-0230FD508DB9}">
      <dgm:prSet phldrT="[Text]" phldr="0" custT="1"/>
      <dgm:spPr/>
      <dgm:t>
        <a:bodyPr/>
        <a:lstStyle/>
        <a:p>
          <a:r>
            <a:rPr lang="en-US" sz="2800" dirty="0"/>
            <a:t>For Loop</a:t>
          </a:r>
        </a:p>
      </dgm:t>
    </dgm:pt>
    <dgm:pt modelId="{5E48F14E-F4F2-4012-B588-E5F787D66D57}" type="parTrans" cxnId="{83F48014-635B-4E58-A270-DADE8857646B}">
      <dgm:prSet/>
      <dgm:spPr/>
      <dgm:t>
        <a:bodyPr/>
        <a:lstStyle/>
        <a:p>
          <a:endParaRPr lang="en-US"/>
        </a:p>
      </dgm:t>
    </dgm:pt>
    <dgm:pt modelId="{55123353-A4DA-4884-885E-D6CA5B2F3C3F}" type="sibTrans" cxnId="{83F48014-635B-4E58-A270-DADE8857646B}">
      <dgm:prSet/>
      <dgm:spPr/>
      <dgm:t>
        <a:bodyPr/>
        <a:lstStyle/>
        <a:p>
          <a:endParaRPr lang="en-US"/>
        </a:p>
      </dgm:t>
    </dgm:pt>
    <dgm:pt modelId="{4B6F8DC1-A993-4AC6-B930-21EC98BB391D}">
      <dgm:prSet phldrT="[Text]" custT="1"/>
      <dgm:spPr/>
      <dgm:t>
        <a:bodyPr/>
        <a:lstStyle/>
        <a:p>
          <a:r>
            <a:rPr lang="en-US" sz="1800" dirty="0"/>
            <a:t>Best used when the exact number of iterations is known.</a:t>
          </a:r>
        </a:p>
      </dgm:t>
    </dgm:pt>
    <dgm:pt modelId="{D617C907-AA29-46E8-8A1F-3E7490DD6D1E}" type="parTrans" cxnId="{548CD5FB-85FF-43AD-9CE9-E4C33873091F}">
      <dgm:prSet/>
      <dgm:spPr/>
      <dgm:t>
        <a:bodyPr/>
        <a:lstStyle/>
        <a:p>
          <a:endParaRPr lang="en-US"/>
        </a:p>
      </dgm:t>
    </dgm:pt>
    <dgm:pt modelId="{B8207CF0-F0BB-4299-AF90-22AFA3A8D309}" type="sibTrans" cxnId="{548CD5FB-85FF-43AD-9CE9-E4C33873091F}">
      <dgm:prSet/>
      <dgm:spPr/>
      <dgm:t>
        <a:bodyPr/>
        <a:lstStyle/>
        <a:p>
          <a:endParaRPr lang="en-US"/>
        </a:p>
      </dgm:t>
    </dgm:pt>
    <dgm:pt modelId="{EA9773D4-7363-4C45-BF90-0FB43074849B}">
      <dgm:prSet phldrT="[Text]" phldr="0" custT="1"/>
      <dgm:spPr/>
      <dgm:t>
        <a:bodyPr/>
        <a:lstStyle/>
        <a:p>
          <a:r>
            <a:rPr lang="en-US" sz="2800" dirty="0"/>
            <a:t>For each Loop</a:t>
          </a:r>
        </a:p>
      </dgm:t>
    </dgm:pt>
    <dgm:pt modelId="{5B3C9A92-E83E-4C92-8E07-464E2ED13892}" type="parTrans" cxnId="{0F3A9771-0D84-4571-B5BA-ECBD5D2348E9}">
      <dgm:prSet/>
      <dgm:spPr/>
      <dgm:t>
        <a:bodyPr/>
        <a:lstStyle/>
        <a:p>
          <a:endParaRPr lang="en-US"/>
        </a:p>
      </dgm:t>
    </dgm:pt>
    <dgm:pt modelId="{C75FC5D1-132D-44BD-A778-A9B30DA7385D}" type="sibTrans" cxnId="{0F3A9771-0D84-4571-B5BA-ECBD5D2348E9}">
      <dgm:prSet/>
      <dgm:spPr/>
      <dgm:t>
        <a:bodyPr/>
        <a:lstStyle/>
        <a:p>
          <a:endParaRPr lang="en-US"/>
        </a:p>
      </dgm:t>
    </dgm:pt>
    <dgm:pt modelId="{18218CAC-B544-4CC4-B036-4DA672477FD0}">
      <dgm:prSet custT="1"/>
      <dgm:spPr/>
      <dgm:t>
        <a:bodyPr/>
        <a:lstStyle/>
        <a:p>
          <a:r>
            <a:rPr lang="en-US" sz="1800" dirty="0"/>
            <a:t>Best used when the loop body must execute at least once.</a:t>
          </a:r>
        </a:p>
      </dgm:t>
    </dgm:pt>
    <dgm:pt modelId="{061E2274-E649-410F-A3E9-3A5B5B062D8F}" type="parTrans" cxnId="{1221EFCA-DC21-43CF-A720-50236A540A03}">
      <dgm:prSet/>
      <dgm:spPr/>
      <dgm:t>
        <a:bodyPr/>
        <a:lstStyle/>
        <a:p>
          <a:endParaRPr lang="en-US"/>
        </a:p>
      </dgm:t>
    </dgm:pt>
    <dgm:pt modelId="{3A040DB5-A5A1-42BC-93A1-6A19B56958E5}" type="sibTrans" cxnId="{1221EFCA-DC21-43CF-A720-50236A540A03}">
      <dgm:prSet/>
      <dgm:spPr/>
      <dgm:t>
        <a:bodyPr/>
        <a:lstStyle/>
        <a:p>
          <a:endParaRPr lang="en-US"/>
        </a:p>
      </dgm:t>
    </dgm:pt>
    <dgm:pt modelId="{768043FA-3F4D-4CE8-B443-16BCE645AE82}">
      <dgm:prSet custT="1"/>
      <dgm:spPr/>
      <dgm:t>
        <a:bodyPr/>
        <a:lstStyle/>
        <a:p>
          <a:r>
            <a:rPr lang="en-US" sz="1800" dirty="0"/>
            <a:t>Best used when iterating entirely through an array or Collection.</a:t>
          </a:r>
        </a:p>
      </dgm:t>
    </dgm:pt>
    <dgm:pt modelId="{53056310-C6A2-46DE-8A7E-6157AEFA9AEB}" type="parTrans" cxnId="{E16E8999-4F4C-42D2-ABBA-BA4D42593F37}">
      <dgm:prSet/>
      <dgm:spPr/>
      <dgm:t>
        <a:bodyPr/>
        <a:lstStyle/>
        <a:p>
          <a:endParaRPr lang="en-US"/>
        </a:p>
      </dgm:t>
    </dgm:pt>
    <dgm:pt modelId="{CFF743AD-621A-422F-BBE0-687274B60C5C}" type="sibTrans" cxnId="{E16E8999-4F4C-42D2-ABBA-BA4D42593F37}">
      <dgm:prSet/>
      <dgm:spPr/>
      <dgm:t>
        <a:bodyPr/>
        <a:lstStyle/>
        <a:p>
          <a:endParaRPr lang="en-US"/>
        </a:p>
      </dgm:t>
    </dgm:pt>
    <dgm:pt modelId="{E15AB345-4F23-457D-AF02-ED1D9AE7EFD4}" type="pres">
      <dgm:prSet presAssocID="{ADAA1241-BCB6-4B0D-ADBD-206A7A7837BE}" presName="Name0" presStyleCnt="0">
        <dgm:presLayoutVars>
          <dgm:dir/>
          <dgm:animLvl val="lvl"/>
          <dgm:resizeHandles val="exact"/>
        </dgm:presLayoutVars>
      </dgm:prSet>
      <dgm:spPr/>
    </dgm:pt>
    <dgm:pt modelId="{4B404339-9571-4304-811D-15C1D370B3A7}" type="pres">
      <dgm:prSet presAssocID="{BA1CAE6E-1ED9-4131-9805-520AFF21AA4F}" presName="linNode" presStyleCnt="0"/>
      <dgm:spPr/>
    </dgm:pt>
    <dgm:pt modelId="{A7326C49-E7D6-44CE-94A0-4B9801E8282B}" type="pres">
      <dgm:prSet presAssocID="{BA1CAE6E-1ED9-4131-9805-520AFF21AA4F}" presName="parentText" presStyleLbl="node1" presStyleIdx="0" presStyleCnt="4">
        <dgm:presLayoutVars>
          <dgm:chMax val="1"/>
          <dgm:bulletEnabled val="1"/>
        </dgm:presLayoutVars>
      </dgm:prSet>
      <dgm:spPr/>
    </dgm:pt>
    <dgm:pt modelId="{993FBEF8-620E-41C7-98A8-7EB12EA00EF2}" type="pres">
      <dgm:prSet presAssocID="{BA1CAE6E-1ED9-4131-9805-520AFF21AA4F}" presName="descendantText" presStyleLbl="alignAccFollowNode1" presStyleIdx="0" presStyleCnt="4">
        <dgm:presLayoutVars>
          <dgm:bulletEnabled val="1"/>
        </dgm:presLayoutVars>
      </dgm:prSet>
      <dgm:spPr/>
    </dgm:pt>
    <dgm:pt modelId="{570B2356-CA38-46CB-BEAD-E90001C1F53B}" type="pres">
      <dgm:prSet presAssocID="{DF8F8D7A-026E-4B8D-A968-526B95E988ED}" presName="sp" presStyleCnt="0"/>
      <dgm:spPr/>
    </dgm:pt>
    <dgm:pt modelId="{704E3953-D4BC-4C91-AB8C-7C39F9682239}" type="pres">
      <dgm:prSet presAssocID="{8C20342B-EA78-4933-A3C1-622194E06422}" presName="linNode" presStyleCnt="0"/>
      <dgm:spPr/>
    </dgm:pt>
    <dgm:pt modelId="{DE1B22A5-482D-4AB0-B8FB-70455B4A3C1E}" type="pres">
      <dgm:prSet presAssocID="{8C20342B-EA78-4933-A3C1-622194E06422}" presName="parentText" presStyleLbl="node1" presStyleIdx="1" presStyleCnt="4">
        <dgm:presLayoutVars>
          <dgm:chMax val="1"/>
          <dgm:bulletEnabled val="1"/>
        </dgm:presLayoutVars>
      </dgm:prSet>
      <dgm:spPr/>
    </dgm:pt>
    <dgm:pt modelId="{FB729EE1-6B0C-4A46-A2D3-0F7E9B703880}" type="pres">
      <dgm:prSet presAssocID="{8C20342B-EA78-4933-A3C1-622194E06422}" presName="descendantText" presStyleLbl="alignAccFollowNode1" presStyleIdx="1" presStyleCnt="4">
        <dgm:presLayoutVars>
          <dgm:bulletEnabled val="1"/>
        </dgm:presLayoutVars>
      </dgm:prSet>
      <dgm:spPr/>
    </dgm:pt>
    <dgm:pt modelId="{6983264A-E0CB-4878-B171-94F798347916}" type="pres">
      <dgm:prSet presAssocID="{89685E96-E6B5-4A2D-BA25-F99306A44705}" presName="sp" presStyleCnt="0"/>
      <dgm:spPr/>
    </dgm:pt>
    <dgm:pt modelId="{3E17E689-A06F-467B-ACC7-820109CD7F17}" type="pres">
      <dgm:prSet presAssocID="{784A3492-FE1A-466B-8D72-0230FD508DB9}" presName="linNode" presStyleCnt="0"/>
      <dgm:spPr/>
    </dgm:pt>
    <dgm:pt modelId="{BBE5DA83-EBD7-41BE-B3D7-235EDDE51097}" type="pres">
      <dgm:prSet presAssocID="{784A3492-FE1A-466B-8D72-0230FD508DB9}" presName="parentText" presStyleLbl="node1" presStyleIdx="2" presStyleCnt="4">
        <dgm:presLayoutVars>
          <dgm:chMax val="1"/>
          <dgm:bulletEnabled val="1"/>
        </dgm:presLayoutVars>
      </dgm:prSet>
      <dgm:spPr/>
    </dgm:pt>
    <dgm:pt modelId="{C74C53E6-4E41-4548-BEF1-531ADA6A3484}" type="pres">
      <dgm:prSet presAssocID="{784A3492-FE1A-466B-8D72-0230FD508DB9}" presName="descendantText" presStyleLbl="alignAccFollowNode1" presStyleIdx="2" presStyleCnt="4">
        <dgm:presLayoutVars>
          <dgm:bulletEnabled val="1"/>
        </dgm:presLayoutVars>
      </dgm:prSet>
      <dgm:spPr/>
    </dgm:pt>
    <dgm:pt modelId="{34A96D84-88CD-4F1F-AA62-472217B014EA}" type="pres">
      <dgm:prSet presAssocID="{55123353-A4DA-4884-885E-D6CA5B2F3C3F}" presName="sp" presStyleCnt="0"/>
      <dgm:spPr/>
    </dgm:pt>
    <dgm:pt modelId="{86F7BDDD-0139-4899-8B38-BBBC11FBCA01}" type="pres">
      <dgm:prSet presAssocID="{EA9773D4-7363-4C45-BF90-0FB43074849B}" presName="linNode" presStyleCnt="0"/>
      <dgm:spPr/>
    </dgm:pt>
    <dgm:pt modelId="{FAF2562C-DFAB-4E6F-866B-6A7665071ACE}" type="pres">
      <dgm:prSet presAssocID="{EA9773D4-7363-4C45-BF90-0FB43074849B}" presName="parentText" presStyleLbl="node1" presStyleIdx="3" presStyleCnt="4">
        <dgm:presLayoutVars>
          <dgm:chMax val="1"/>
          <dgm:bulletEnabled val="1"/>
        </dgm:presLayoutVars>
      </dgm:prSet>
      <dgm:spPr/>
    </dgm:pt>
    <dgm:pt modelId="{8BFA4779-2D93-45D0-881D-79B746ED3974}" type="pres">
      <dgm:prSet presAssocID="{EA9773D4-7363-4C45-BF90-0FB43074849B}" presName="descendantText" presStyleLbl="alignAccFollowNode1" presStyleIdx="3" presStyleCnt="4">
        <dgm:presLayoutVars>
          <dgm:bulletEnabled val="1"/>
        </dgm:presLayoutVars>
      </dgm:prSet>
      <dgm:spPr/>
    </dgm:pt>
  </dgm:ptLst>
  <dgm:cxnLst>
    <dgm:cxn modelId="{34665303-CE74-4650-BA52-EB4C0A279A09}" srcId="{ADAA1241-BCB6-4B0D-ADBD-206A7A7837BE}" destId="{BA1CAE6E-1ED9-4131-9805-520AFF21AA4F}" srcOrd="0" destOrd="0" parTransId="{E11EC024-D75D-4D05-9891-68499ADC02B9}" sibTransId="{DF8F8D7A-026E-4B8D-A968-526B95E988ED}"/>
    <dgm:cxn modelId="{8531F203-9816-4F22-ABBA-AEE26E17790D}" srcId="{ADAA1241-BCB6-4B0D-ADBD-206A7A7837BE}" destId="{8C20342B-EA78-4933-A3C1-622194E06422}" srcOrd="1" destOrd="0" parTransId="{C8457102-B104-4003-A58C-E3E0E002966A}" sibTransId="{89685E96-E6B5-4A2D-BA25-F99306A44705}"/>
    <dgm:cxn modelId="{83F48014-635B-4E58-A270-DADE8857646B}" srcId="{ADAA1241-BCB6-4B0D-ADBD-206A7A7837BE}" destId="{784A3492-FE1A-466B-8D72-0230FD508DB9}" srcOrd="2" destOrd="0" parTransId="{5E48F14E-F4F2-4012-B588-E5F787D66D57}" sibTransId="{55123353-A4DA-4884-885E-D6CA5B2F3C3F}"/>
    <dgm:cxn modelId="{0F3A9771-0D84-4571-B5BA-ECBD5D2348E9}" srcId="{ADAA1241-BCB6-4B0D-ADBD-206A7A7837BE}" destId="{EA9773D4-7363-4C45-BF90-0FB43074849B}" srcOrd="3" destOrd="0" parTransId="{5B3C9A92-E83E-4C92-8E07-464E2ED13892}" sibTransId="{C75FC5D1-132D-44BD-A778-A9B30DA7385D}"/>
    <dgm:cxn modelId="{C107FD53-2CF5-4689-8487-CC411995839C}" type="presOf" srcId="{8C20342B-EA78-4933-A3C1-622194E06422}" destId="{DE1B22A5-482D-4AB0-B8FB-70455B4A3C1E}" srcOrd="0" destOrd="0" presId="urn:microsoft.com/office/officeart/2005/8/layout/vList5"/>
    <dgm:cxn modelId="{3C94F675-69AB-4CFE-AB3E-4C60F7FA48CD}" type="presOf" srcId="{543ACBAE-1504-4A6E-8076-FF2CE668DC47}" destId="{993FBEF8-620E-41C7-98A8-7EB12EA00EF2}" srcOrd="0" destOrd="0" presId="urn:microsoft.com/office/officeart/2005/8/layout/vList5"/>
    <dgm:cxn modelId="{0B253159-AE59-4FB5-9B2B-E589F9658FFF}" type="presOf" srcId="{18218CAC-B544-4CC4-B036-4DA672477FD0}" destId="{FB729EE1-6B0C-4A46-A2D3-0F7E9B703880}" srcOrd="0" destOrd="0" presId="urn:microsoft.com/office/officeart/2005/8/layout/vList5"/>
    <dgm:cxn modelId="{F6507894-B0DC-4796-9F42-AB06202A7D7A}" type="presOf" srcId="{768043FA-3F4D-4CE8-B443-16BCE645AE82}" destId="{8BFA4779-2D93-45D0-881D-79B746ED3974}" srcOrd="0" destOrd="0" presId="urn:microsoft.com/office/officeart/2005/8/layout/vList5"/>
    <dgm:cxn modelId="{E16E8999-4F4C-42D2-ABBA-BA4D42593F37}" srcId="{EA9773D4-7363-4C45-BF90-0FB43074849B}" destId="{768043FA-3F4D-4CE8-B443-16BCE645AE82}" srcOrd="0" destOrd="0" parTransId="{53056310-C6A2-46DE-8A7E-6157AEFA9AEB}" sibTransId="{CFF743AD-621A-422F-BBE0-687274B60C5C}"/>
    <dgm:cxn modelId="{86F87B9D-E79D-43DF-85C6-86B333086D18}" type="presOf" srcId="{BA1CAE6E-1ED9-4131-9805-520AFF21AA4F}" destId="{A7326C49-E7D6-44CE-94A0-4B9801E8282B}" srcOrd="0" destOrd="0" presId="urn:microsoft.com/office/officeart/2005/8/layout/vList5"/>
    <dgm:cxn modelId="{92CCF3A4-2811-4236-848C-8494AD0A7165}" type="presOf" srcId="{ADAA1241-BCB6-4B0D-ADBD-206A7A7837BE}" destId="{E15AB345-4F23-457D-AF02-ED1D9AE7EFD4}" srcOrd="0" destOrd="0" presId="urn:microsoft.com/office/officeart/2005/8/layout/vList5"/>
    <dgm:cxn modelId="{9109C6AA-3DE3-4C6B-9EB3-6424CB94383B}" srcId="{BA1CAE6E-1ED9-4131-9805-520AFF21AA4F}" destId="{543ACBAE-1504-4A6E-8076-FF2CE668DC47}" srcOrd="0" destOrd="0" parTransId="{1C809BB9-EA3A-4D1E-A49F-3C0A33B8BAC5}" sibTransId="{CF5857D2-5ED2-4CAE-8980-CB7F4E02F27B}"/>
    <dgm:cxn modelId="{1221EFCA-DC21-43CF-A720-50236A540A03}" srcId="{8C20342B-EA78-4933-A3C1-622194E06422}" destId="{18218CAC-B544-4CC4-B036-4DA672477FD0}" srcOrd="0" destOrd="0" parTransId="{061E2274-E649-410F-A3E9-3A5B5B062D8F}" sibTransId="{3A040DB5-A5A1-42BC-93A1-6A19B56958E5}"/>
    <dgm:cxn modelId="{23A3B9DE-C2E5-400E-AB78-16E7F23D7DAD}" type="presOf" srcId="{EA9773D4-7363-4C45-BF90-0FB43074849B}" destId="{FAF2562C-DFAB-4E6F-866B-6A7665071ACE}" srcOrd="0" destOrd="0" presId="urn:microsoft.com/office/officeart/2005/8/layout/vList5"/>
    <dgm:cxn modelId="{25BAD0E5-6901-474C-A55A-DD1149981B4B}" type="presOf" srcId="{4B6F8DC1-A993-4AC6-B930-21EC98BB391D}" destId="{C74C53E6-4E41-4548-BEF1-531ADA6A3484}" srcOrd="0" destOrd="0" presId="urn:microsoft.com/office/officeart/2005/8/layout/vList5"/>
    <dgm:cxn modelId="{8E3E76E9-C06E-4BFF-9738-F82D433CFEBE}" type="presOf" srcId="{784A3492-FE1A-466B-8D72-0230FD508DB9}" destId="{BBE5DA83-EBD7-41BE-B3D7-235EDDE51097}" srcOrd="0" destOrd="0" presId="urn:microsoft.com/office/officeart/2005/8/layout/vList5"/>
    <dgm:cxn modelId="{548CD5FB-85FF-43AD-9CE9-E4C33873091F}" srcId="{784A3492-FE1A-466B-8D72-0230FD508DB9}" destId="{4B6F8DC1-A993-4AC6-B930-21EC98BB391D}" srcOrd="0" destOrd="0" parTransId="{D617C907-AA29-46E8-8A1F-3E7490DD6D1E}" sibTransId="{B8207CF0-F0BB-4299-AF90-22AFA3A8D309}"/>
    <dgm:cxn modelId="{5ED01410-7F10-4C34-B185-2727C33A340C}" type="presParOf" srcId="{E15AB345-4F23-457D-AF02-ED1D9AE7EFD4}" destId="{4B404339-9571-4304-811D-15C1D370B3A7}" srcOrd="0" destOrd="0" presId="urn:microsoft.com/office/officeart/2005/8/layout/vList5"/>
    <dgm:cxn modelId="{9E7C88A4-B264-45F5-85E5-FC4BFE8DFFA1}" type="presParOf" srcId="{4B404339-9571-4304-811D-15C1D370B3A7}" destId="{A7326C49-E7D6-44CE-94A0-4B9801E8282B}" srcOrd="0" destOrd="0" presId="urn:microsoft.com/office/officeart/2005/8/layout/vList5"/>
    <dgm:cxn modelId="{E1AC0D0F-E62D-4781-92E8-5F4D178034F5}" type="presParOf" srcId="{4B404339-9571-4304-811D-15C1D370B3A7}" destId="{993FBEF8-620E-41C7-98A8-7EB12EA00EF2}" srcOrd="1" destOrd="0" presId="urn:microsoft.com/office/officeart/2005/8/layout/vList5"/>
    <dgm:cxn modelId="{C9A40B99-A999-4CCA-8F9C-B865E135A08E}" type="presParOf" srcId="{E15AB345-4F23-457D-AF02-ED1D9AE7EFD4}" destId="{570B2356-CA38-46CB-BEAD-E90001C1F53B}" srcOrd="1" destOrd="0" presId="urn:microsoft.com/office/officeart/2005/8/layout/vList5"/>
    <dgm:cxn modelId="{19F8C7EA-8328-4B28-AF7A-C4C7F8455682}" type="presParOf" srcId="{E15AB345-4F23-457D-AF02-ED1D9AE7EFD4}" destId="{704E3953-D4BC-4C91-AB8C-7C39F9682239}" srcOrd="2" destOrd="0" presId="urn:microsoft.com/office/officeart/2005/8/layout/vList5"/>
    <dgm:cxn modelId="{B75FB97B-84CC-407B-A9DA-BFB685EC59E8}" type="presParOf" srcId="{704E3953-D4BC-4C91-AB8C-7C39F9682239}" destId="{DE1B22A5-482D-4AB0-B8FB-70455B4A3C1E}" srcOrd="0" destOrd="0" presId="urn:microsoft.com/office/officeart/2005/8/layout/vList5"/>
    <dgm:cxn modelId="{1A87A1FB-1655-482D-ABB2-7133C129CC0C}" type="presParOf" srcId="{704E3953-D4BC-4C91-AB8C-7C39F9682239}" destId="{FB729EE1-6B0C-4A46-A2D3-0F7E9B703880}" srcOrd="1" destOrd="0" presId="urn:microsoft.com/office/officeart/2005/8/layout/vList5"/>
    <dgm:cxn modelId="{157E2786-57B0-4150-8BCE-A60E2EADF18C}" type="presParOf" srcId="{E15AB345-4F23-457D-AF02-ED1D9AE7EFD4}" destId="{6983264A-E0CB-4878-B171-94F798347916}" srcOrd="3" destOrd="0" presId="urn:microsoft.com/office/officeart/2005/8/layout/vList5"/>
    <dgm:cxn modelId="{7DDE1B06-5C4C-47AF-BDAB-C040A98F9D2D}" type="presParOf" srcId="{E15AB345-4F23-457D-AF02-ED1D9AE7EFD4}" destId="{3E17E689-A06F-467B-ACC7-820109CD7F17}" srcOrd="4" destOrd="0" presId="urn:microsoft.com/office/officeart/2005/8/layout/vList5"/>
    <dgm:cxn modelId="{F9398E0A-0894-4278-ACC1-08AD1A387C87}" type="presParOf" srcId="{3E17E689-A06F-467B-ACC7-820109CD7F17}" destId="{BBE5DA83-EBD7-41BE-B3D7-235EDDE51097}" srcOrd="0" destOrd="0" presId="urn:microsoft.com/office/officeart/2005/8/layout/vList5"/>
    <dgm:cxn modelId="{362026A1-C032-420B-BB7A-DFF4D4611EC4}" type="presParOf" srcId="{3E17E689-A06F-467B-ACC7-820109CD7F17}" destId="{C74C53E6-4E41-4548-BEF1-531ADA6A3484}" srcOrd="1" destOrd="0" presId="urn:microsoft.com/office/officeart/2005/8/layout/vList5"/>
    <dgm:cxn modelId="{CC696F78-016D-43B6-95FF-79C8DADCE3D0}" type="presParOf" srcId="{E15AB345-4F23-457D-AF02-ED1D9AE7EFD4}" destId="{34A96D84-88CD-4F1F-AA62-472217B014EA}" srcOrd="5" destOrd="0" presId="urn:microsoft.com/office/officeart/2005/8/layout/vList5"/>
    <dgm:cxn modelId="{BA8786CF-2002-4A7A-8DBB-1382184F5341}" type="presParOf" srcId="{E15AB345-4F23-457D-AF02-ED1D9AE7EFD4}" destId="{86F7BDDD-0139-4899-8B38-BBBC11FBCA01}" srcOrd="6" destOrd="0" presId="urn:microsoft.com/office/officeart/2005/8/layout/vList5"/>
    <dgm:cxn modelId="{F24A28C8-A781-479D-873D-0026B62B1777}" type="presParOf" srcId="{86F7BDDD-0139-4899-8B38-BBBC11FBCA01}" destId="{FAF2562C-DFAB-4E6F-866B-6A7665071ACE}" srcOrd="0" destOrd="0" presId="urn:microsoft.com/office/officeart/2005/8/layout/vList5"/>
    <dgm:cxn modelId="{6C933EC9-BF26-480B-8551-D0DEE16EB59E}" type="presParOf" srcId="{86F7BDDD-0139-4899-8B38-BBBC11FBCA01}" destId="{8BFA4779-2D93-45D0-881D-79B746ED397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3FBEF8-620E-41C7-98A8-7EB12EA00EF2}">
      <dsp:nvSpPr>
        <dsp:cNvPr id="0" name=""/>
        <dsp:cNvSpPr/>
      </dsp:nvSpPr>
      <dsp:spPr>
        <a:xfrm rot="5400000">
          <a:off x="6139580" y="-2582708"/>
          <a:ext cx="781293" cy="6146096"/>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Best used when iterations are unknown; depends on a condition changing.</a:t>
          </a:r>
        </a:p>
      </dsp:txBody>
      <dsp:txXfrm rot="-5400000">
        <a:off x="3457179" y="137833"/>
        <a:ext cx="6107956" cy="705013"/>
      </dsp:txXfrm>
    </dsp:sp>
    <dsp:sp modelId="{A7326C49-E7D6-44CE-94A0-4B9801E8282B}">
      <dsp:nvSpPr>
        <dsp:cNvPr id="0" name=""/>
        <dsp:cNvSpPr/>
      </dsp:nvSpPr>
      <dsp:spPr>
        <a:xfrm>
          <a:off x="0" y="2030"/>
          <a:ext cx="3457179" cy="97661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While Loop</a:t>
          </a:r>
        </a:p>
      </dsp:txBody>
      <dsp:txXfrm>
        <a:off x="47675" y="49705"/>
        <a:ext cx="3361829" cy="881267"/>
      </dsp:txXfrm>
    </dsp:sp>
    <dsp:sp modelId="{FB729EE1-6B0C-4A46-A2D3-0F7E9B703880}">
      <dsp:nvSpPr>
        <dsp:cNvPr id="0" name=""/>
        <dsp:cNvSpPr/>
      </dsp:nvSpPr>
      <dsp:spPr>
        <a:xfrm rot="5400000">
          <a:off x="6139580" y="-1557260"/>
          <a:ext cx="781293" cy="6146096"/>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Best used when the loop body must execute at least once.</a:t>
          </a:r>
        </a:p>
      </dsp:txBody>
      <dsp:txXfrm rot="-5400000">
        <a:off x="3457179" y="1163281"/>
        <a:ext cx="6107956" cy="705013"/>
      </dsp:txXfrm>
    </dsp:sp>
    <dsp:sp modelId="{DE1B22A5-482D-4AB0-B8FB-70455B4A3C1E}">
      <dsp:nvSpPr>
        <dsp:cNvPr id="0" name=""/>
        <dsp:cNvSpPr/>
      </dsp:nvSpPr>
      <dsp:spPr>
        <a:xfrm>
          <a:off x="0" y="1027478"/>
          <a:ext cx="3457179" cy="97661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Do while Loop</a:t>
          </a:r>
        </a:p>
      </dsp:txBody>
      <dsp:txXfrm>
        <a:off x="47675" y="1075153"/>
        <a:ext cx="3361829" cy="881267"/>
      </dsp:txXfrm>
    </dsp:sp>
    <dsp:sp modelId="{C74C53E6-4E41-4548-BEF1-531ADA6A3484}">
      <dsp:nvSpPr>
        <dsp:cNvPr id="0" name=""/>
        <dsp:cNvSpPr/>
      </dsp:nvSpPr>
      <dsp:spPr>
        <a:xfrm rot="5400000">
          <a:off x="6139580" y="-531813"/>
          <a:ext cx="781293" cy="6146096"/>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Best used when the exact number of iterations is known.</a:t>
          </a:r>
        </a:p>
      </dsp:txBody>
      <dsp:txXfrm rot="-5400000">
        <a:off x="3457179" y="2188728"/>
        <a:ext cx="6107956" cy="705013"/>
      </dsp:txXfrm>
    </dsp:sp>
    <dsp:sp modelId="{BBE5DA83-EBD7-41BE-B3D7-235EDDE51097}">
      <dsp:nvSpPr>
        <dsp:cNvPr id="0" name=""/>
        <dsp:cNvSpPr/>
      </dsp:nvSpPr>
      <dsp:spPr>
        <a:xfrm>
          <a:off x="0" y="2052926"/>
          <a:ext cx="3457179" cy="97661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For Loop</a:t>
          </a:r>
        </a:p>
      </dsp:txBody>
      <dsp:txXfrm>
        <a:off x="47675" y="2100601"/>
        <a:ext cx="3361829" cy="881267"/>
      </dsp:txXfrm>
    </dsp:sp>
    <dsp:sp modelId="{8BFA4779-2D93-45D0-881D-79B746ED3974}">
      <dsp:nvSpPr>
        <dsp:cNvPr id="0" name=""/>
        <dsp:cNvSpPr/>
      </dsp:nvSpPr>
      <dsp:spPr>
        <a:xfrm rot="5400000">
          <a:off x="6139580" y="493634"/>
          <a:ext cx="781293" cy="6146096"/>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Best used when iterating entirely through an array or Collection.</a:t>
          </a:r>
        </a:p>
      </dsp:txBody>
      <dsp:txXfrm rot="-5400000">
        <a:off x="3457179" y="3214175"/>
        <a:ext cx="6107956" cy="705013"/>
      </dsp:txXfrm>
    </dsp:sp>
    <dsp:sp modelId="{FAF2562C-DFAB-4E6F-866B-6A7665071ACE}">
      <dsp:nvSpPr>
        <dsp:cNvPr id="0" name=""/>
        <dsp:cNvSpPr/>
      </dsp:nvSpPr>
      <dsp:spPr>
        <a:xfrm>
          <a:off x="0" y="3078374"/>
          <a:ext cx="3457179" cy="97661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For each Loop</a:t>
          </a:r>
        </a:p>
      </dsp:txBody>
      <dsp:txXfrm>
        <a:off x="47675" y="3126049"/>
        <a:ext cx="3361829" cy="88126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5A7BD2B-5EE8-462F-9736-3F9C479C5904}" type="datetimeFigureOut">
              <a:rPr lang="en-US" smtClean="0"/>
              <a:t>29-Jul-26</a:t>
            </a:fld>
            <a:endParaRPr lang="en-US"/>
          </a:p>
        </p:txBody>
      </p:sp>
      <p:sp>
        <p:nvSpPr>
          <p:cNvPr id="5" name="Footer Placeholder 4"/>
          <p:cNvSpPr>
            <a:spLocks noGrp="1"/>
          </p:cNvSpPr>
          <p:nvPr>
            <p:ph type="ftr" sz="quarter" idx="11"/>
          </p:nvPr>
        </p:nvSpPr>
        <p:spPr>
          <a:xfrm>
            <a:off x="1127124" y="329307"/>
            <a:ext cx="5943668" cy="309201"/>
          </a:xfrm>
        </p:spPr>
        <p:txBody>
          <a:bodyPr/>
          <a:lstStyle/>
          <a:p>
            <a:endParaRPr lang="en-US"/>
          </a:p>
        </p:txBody>
      </p:sp>
      <p:sp>
        <p:nvSpPr>
          <p:cNvPr id="6" name="Slide Number Placeholder 5"/>
          <p:cNvSpPr>
            <a:spLocks noGrp="1"/>
          </p:cNvSpPr>
          <p:nvPr>
            <p:ph type="sldNum" sz="quarter" idx="12"/>
          </p:nvPr>
        </p:nvSpPr>
        <p:spPr>
          <a:xfrm>
            <a:off x="9924392" y="134930"/>
            <a:ext cx="811019" cy="503578"/>
          </a:xfrm>
        </p:spPr>
        <p:txBody>
          <a:bodyPr/>
          <a:lstStyle/>
          <a:p>
            <a:fld id="{2ECFD9CA-24F3-4FF2-B9FF-0E0C3703B03C}"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631569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200"/>
            </a:lvl1pPr>
          </a:lstStyle>
          <a:p>
            <a:fld id="{A5A7BD2B-5EE8-462F-9736-3F9C479C5904}" type="datetimeFigureOut">
              <a:rPr lang="en-US" smtClean="0"/>
              <a:t>29-Jul-26</a:t>
            </a:fld>
            <a:endParaRPr lang="en-US"/>
          </a:p>
        </p:txBody>
      </p:sp>
      <p:sp>
        <p:nvSpPr>
          <p:cNvPr id="5" name="Footer Placeholder 4"/>
          <p:cNvSpPr>
            <a:spLocks noGrp="1"/>
          </p:cNvSpPr>
          <p:nvPr>
            <p:ph type="ftr" sz="quarter" idx="11"/>
          </p:nvPr>
        </p:nvSpPr>
        <p:spPr/>
        <p:txBody>
          <a:bodyPr/>
          <a:lstStyle>
            <a:lvl1pPr>
              <a:defRPr sz="1200"/>
            </a:lvl1pPr>
          </a:lstStyle>
          <a:p>
            <a:endParaRPr lang="en-US"/>
          </a:p>
        </p:txBody>
      </p:sp>
      <p:sp>
        <p:nvSpPr>
          <p:cNvPr id="6" name="Slide Number Placeholder 5"/>
          <p:cNvSpPr>
            <a:spLocks noGrp="1"/>
          </p:cNvSpPr>
          <p:nvPr>
            <p:ph type="sldNum" sz="quarter" idx="12"/>
          </p:nvPr>
        </p:nvSpPr>
        <p:spPr/>
        <p:txBody>
          <a:bodyPr/>
          <a:lstStyle/>
          <a:p>
            <a:fld id="{2ECFD9CA-24F3-4FF2-B9FF-0E0C3703B03C}" type="slidenum">
              <a:rPr lang="en-US" smtClean="0"/>
              <a:t>‹#›</a:t>
            </a:fld>
            <a:endParaRPr lang="en-US"/>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307878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5A7BD2B-5EE8-462F-9736-3F9C479C5904}" type="datetimeFigureOut">
              <a:rPr lang="en-US" smtClean="0"/>
              <a:t>29-Jul-26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CFD9CA-24F3-4FF2-B9FF-0E0C3703B03C}"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203973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A7BD2B-5EE8-462F-9736-3F9C479C5904}" type="datetimeFigureOut">
              <a:rPr lang="en-US" smtClean="0"/>
              <a:t>29-Jul-26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CFD9CA-24F3-4FF2-B9FF-0E0C3703B03C}"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581845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A7BD2B-5EE8-462F-9736-3F9C479C5904}" type="datetimeFigureOut">
              <a:rPr lang="en-US" smtClean="0"/>
              <a:t>29-Jul-26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CFD9CA-24F3-4FF2-B9FF-0E0C3703B03C}" type="slidenum">
              <a:rPr lang="en-US" smtClean="0"/>
              <a:t>‹#›</a:t>
            </a:fld>
            <a:endParaRPr 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719700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A7BD2B-5EE8-462F-9736-3F9C479C5904}" type="datetimeFigureOut">
              <a:rPr lang="en-US" smtClean="0"/>
              <a:t>29-Jul-26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CFD9CA-24F3-4FF2-B9FF-0E0C3703B03C}" type="slidenum">
              <a:rPr lang="en-US" smtClean="0"/>
              <a:t>‹#›</a:t>
            </a:fld>
            <a:endParaRPr 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119545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A7BD2B-5EE8-462F-9736-3F9C479C5904}" type="datetimeFigureOut">
              <a:rPr lang="en-US" smtClean="0"/>
              <a:t>29-Jul-26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CFD9CA-24F3-4FF2-B9FF-0E0C3703B03C}" type="slidenum">
              <a:rPr lang="en-US" smtClean="0"/>
              <a:t>‹#›</a:t>
            </a:fld>
            <a:endParaRPr lang="en-US"/>
          </a:p>
        </p:txBody>
      </p:sp>
    </p:spTree>
    <p:extLst>
      <p:ext uri="{BB962C8B-B14F-4D97-AF65-F5344CB8AC3E}">
        <p14:creationId xmlns:p14="http://schemas.microsoft.com/office/powerpoint/2010/main" val="1820714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A7BD2B-5EE8-462F-9736-3F9C479C5904}" type="datetimeFigureOut">
              <a:rPr lang="en-US" smtClean="0"/>
              <a:t>29-Jul-26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CFD9CA-24F3-4FF2-B9FF-0E0C3703B03C}"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892187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A5A7BD2B-5EE8-462F-9736-3F9C479C5904}" type="datetimeFigureOut">
              <a:rPr lang="en-US" smtClean="0"/>
              <a:t>29-Jul-26</a:t>
            </a:fld>
            <a:endParaRPr lang="en-US"/>
          </a:p>
        </p:txBody>
      </p:sp>
      <p:sp>
        <p:nvSpPr>
          <p:cNvPr id="6" name="Footer Placeholder 5"/>
          <p:cNvSpPr>
            <a:spLocks noGrp="1"/>
          </p:cNvSpPr>
          <p:nvPr>
            <p:ph type="ftr" sz="quarter" idx="11"/>
          </p:nvPr>
        </p:nvSpPr>
        <p:spPr>
          <a:xfrm>
            <a:off x="1125300" y="318640"/>
            <a:ext cx="4877818" cy="320931"/>
          </a:xfrm>
        </p:spPr>
        <p:txBody>
          <a:bodyPr/>
          <a:lstStyle/>
          <a:p>
            <a:endParaRPr lang="en-US"/>
          </a:p>
        </p:txBody>
      </p:sp>
      <p:sp>
        <p:nvSpPr>
          <p:cNvPr id="7" name="Slide Number Placeholder 6"/>
          <p:cNvSpPr>
            <a:spLocks noGrp="1"/>
          </p:cNvSpPr>
          <p:nvPr>
            <p:ph type="sldNum" sz="quarter" idx="12"/>
          </p:nvPr>
        </p:nvSpPr>
        <p:spPr>
          <a:xfrm>
            <a:off x="6176794" y="137408"/>
            <a:ext cx="811019" cy="503578"/>
          </a:xfrm>
        </p:spPr>
        <p:txBody>
          <a:bodyPr/>
          <a:lstStyle/>
          <a:p>
            <a:fld id="{2ECFD9CA-24F3-4FF2-B9FF-0E0C3703B03C}" type="slidenum">
              <a:rPr lang="en-US" smtClean="0"/>
              <a:t>‹#›</a:t>
            </a:fld>
            <a:endParaRPr 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2296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A7BD2B-5EE8-462F-9736-3F9C479C5904}" type="datetimeFigureOut">
              <a:rPr lang="en-US" smtClean="0"/>
              <a:t>29-Jul-26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CFD9CA-24F3-4FF2-B9FF-0E0C3703B03C}" type="slidenum">
              <a:rPr lang="en-US" smtClean="0"/>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131721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A7BD2B-5EE8-462F-9736-3F9C479C5904}" type="datetimeFigureOut">
              <a:rPr lang="en-US" smtClean="0"/>
              <a:t>29-Jul-26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CFD9CA-24F3-4FF2-B9FF-0E0C3703B03C}" type="slidenum">
              <a:rPr lang="en-US" smtClean="0"/>
              <a:t>‹#›</a:t>
            </a:fld>
            <a:endParaRPr lang="en-US"/>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251807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5A7BD2B-5EE8-462F-9736-3F9C479C5904}" type="datetimeFigureOut">
              <a:rPr lang="en-US" smtClean="0"/>
              <a:t>29-Jul-26</a:t>
            </a:fld>
            <a:endParaRPr lang="en-US"/>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2ECFD9CA-24F3-4FF2-B9FF-0E0C3703B03C}" type="slidenum">
              <a:rPr lang="en-US" smtClean="0"/>
              <a:t>‹#›</a:t>
            </a:fld>
            <a:endParaRPr lang="en-US"/>
          </a:p>
        </p:txBody>
      </p:sp>
    </p:spTree>
    <p:extLst>
      <p:ext uri="{BB962C8B-B14F-4D97-AF65-F5344CB8AC3E}">
        <p14:creationId xmlns:p14="http://schemas.microsoft.com/office/powerpoint/2010/main" val="4230681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9192C-C397-00EB-E3CD-72EDC448B719}"/>
              </a:ext>
            </a:extLst>
          </p:cNvPr>
          <p:cNvSpPr>
            <a:spLocks noGrp="1"/>
          </p:cNvSpPr>
          <p:nvPr>
            <p:ph type="ctrTitle"/>
          </p:nvPr>
        </p:nvSpPr>
        <p:spPr>
          <a:xfrm>
            <a:off x="-622169" y="2149311"/>
            <a:ext cx="11331018" cy="1105293"/>
          </a:xfrm>
        </p:spPr>
        <p:txBody>
          <a:bodyPr>
            <a:normAutofit/>
          </a:bodyPr>
          <a:lstStyle/>
          <a:p>
            <a:pPr algn="r"/>
            <a:r>
              <a:rPr lang="en-US" sz="5400" dirty="0"/>
              <a:t>Looping statements in Java</a:t>
            </a:r>
          </a:p>
        </p:txBody>
      </p:sp>
      <p:sp>
        <p:nvSpPr>
          <p:cNvPr id="3" name="Subtitle 2">
            <a:extLst>
              <a:ext uri="{FF2B5EF4-FFF2-40B4-BE49-F238E27FC236}">
                <a16:creationId xmlns:a16="http://schemas.microsoft.com/office/drawing/2014/main" id="{7E5E74E9-AE26-E477-793D-ED51161D646D}"/>
              </a:ext>
            </a:extLst>
          </p:cNvPr>
          <p:cNvSpPr>
            <a:spLocks noGrp="1"/>
          </p:cNvSpPr>
          <p:nvPr>
            <p:ph type="subTitle" idx="1"/>
          </p:nvPr>
        </p:nvSpPr>
        <p:spPr>
          <a:xfrm>
            <a:off x="1861599" y="3763650"/>
            <a:ext cx="8637072" cy="977621"/>
          </a:xfrm>
        </p:spPr>
        <p:txBody>
          <a:bodyPr/>
          <a:lstStyle/>
          <a:p>
            <a:pPr algn="ctr"/>
            <a:r>
              <a:rPr lang="en-US" dirty="0"/>
              <a:t>Assignment by</a:t>
            </a:r>
            <a:br>
              <a:rPr lang="en-US" dirty="0"/>
            </a:br>
            <a:r>
              <a:rPr lang="en-US" dirty="0" err="1"/>
              <a:t>Subramaniya</a:t>
            </a:r>
            <a:r>
              <a:rPr lang="en-US" dirty="0"/>
              <a:t> KP</a:t>
            </a:r>
          </a:p>
        </p:txBody>
      </p:sp>
    </p:spTree>
    <p:extLst>
      <p:ext uri="{BB962C8B-B14F-4D97-AF65-F5344CB8AC3E}">
        <p14:creationId xmlns:p14="http://schemas.microsoft.com/office/powerpoint/2010/main" val="92091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AFE40-CC01-FD5F-1A1B-30DCEDD4B094}"/>
              </a:ext>
            </a:extLst>
          </p:cNvPr>
          <p:cNvSpPr>
            <a:spLocks noGrp="1"/>
          </p:cNvSpPr>
          <p:nvPr>
            <p:ph type="title"/>
          </p:nvPr>
        </p:nvSpPr>
        <p:spPr/>
        <p:txBody>
          <a:bodyPr/>
          <a:lstStyle/>
          <a:p>
            <a:r>
              <a:rPr lang="en-US" b="1" dirty="0"/>
              <a:t>Types of Loops in Java</a:t>
            </a:r>
          </a:p>
        </p:txBody>
      </p:sp>
      <p:sp>
        <p:nvSpPr>
          <p:cNvPr id="3" name="Content Placeholder 2">
            <a:extLst>
              <a:ext uri="{FF2B5EF4-FFF2-40B4-BE49-F238E27FC236}">
                <a16:creationId xmlns:a16="http://schemas.microsoft.com/office/drawing/2014/main" id="{937CF171-8F2D-80FB-3325-199385B9FDAE}"/>
              </a:ext>
            </a:extLst>
          </p:cNvPr>
          <p:cNvSpPr>
            <a:spLocks noGrp="1"/>
          </p:cNvSpPr>
          <p:nvPr>
            <p:ph idx="1"/>
          </p:nvPr>
        </p:nvSpPr>
        <p:spPr/>
        <p:txBody>
          <a:bodyPr/>
          <a:lstStyle/>
          <a:p>
            <a:r>
              <a:rPr lang="en-US" b="1" dirty="0"/>
              <a:t>For Loop</a:t>
            </a:r>
            <a:r>
              <a:rPr lang="en-US" dirty="0"/>
              <a:t> - Best used when the exact number of iterations is known in advance. It includes initialization, condition, and iteration expression in one line.</a:t>
            </a:r>
          </a:p>
          <a:p>
            <a:r>
              <a:rPr lang="en-US" b="1" dirty="0"/>
              <a:t>While Loop</a:t>
            </a:r>
            <a:r>
              <a:rPr lang="en-US" dirty="0"/>
              <a:t> - Ideal for indeterminate loops. It continuously executes the target statement as long as the given Boolean condition evaluates to true.</a:t>
            </a:r>
          </a:p>
          <a:p>
            <a:r>
              <a:rPr lang="en-US" b="1" dirty="0"/>
              <a:t>Do-While Loop</a:t>
            </a:r>
            <a:r>
              <a:rPr lang="en-US" dirty="0"/>
              <a:t> - A post-test loop. It guarantees that the code block will be executed at least once before the condition is ever evaluated.</a:t>
            </a:r>
          </a:p>
        </p:txBody>
      </p:sp>
    </p:spTree>
    <p:extLst>
      <p:ext uri="{BB962C8B-B14F-4D97-AF65-F5344CB8AC3E}">
        <p14:creationId xmlns:p14="http://schemas.microsoft.com/office/powerpoint/2010/main" val="693948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FE9E4-9330-F55E-FF62-75518D1887E2}"/>
              </a:ext>
            </a:extLst>
          </p:cNvPr>
          <p:cNvSpPr>
            <a:spLocks noGrp="1"/>
          </p:cNvSpPr>
          <p:nvPr>
            <p:ph type="title"/>
          </p:nvPr>
        </p:nvSpPr>
        <p:spPr/>
        <p:txBody>
          <a:bodyPr/>
          <a:lstStyle/>
          <a:p>
            <a:r>
              <a:rPr lang="en-US" b="1" dirty="0"/>
              <a:t>The while Loop</a:t>
            </a:r>
          </a:p>
        </p:txBody>
      </p:sp>
      <p:sp>
        <p:nvSpPr>
          <p:cNvPr id="3" name="Content Placeholder 2">
            <a:extLst>
              <a:ext uri="{FF2B5EF4-FFF2-40B4-BE49-F238E27FC236}">
                <a16:creationId xmlns:a16="http://schemas.microsoft.com/office/drawing/2014/main" id="{F87A13C1-4296-A5D0-4C38-63055D2F6E7B}"/>
              </a:ext>
            </a:extLst>
          </p:cNvPr>
          <p:cNvSpPr>
            <a:spLocks noGrp="1"/>
          </p:cNvSpPr>
          <p:nvPr>
            <p:ph sz="half" idx="1"/>
          </p:nvPr>
        </p:nvSpPr>
        <p:spPr>
          <a:xfrm>
            <a:off x="1129166" y="2165621"/>
            <a:ext cx="4564624" cy="3734342"/>
          </a:xfrm>
        </p:spPr>
        <p:txBody>
          <a:bodyPr>
            <a:normAutofit/>
          </a:bodyPr>
          <a:lstStyle/>
          <a:p>
            <a:pPr marL="0" indent="0">
              <a:buNone/>
            </a:pPr>
            <a:r>
              <a:rPr lang="en-US" b="1" dirty="0"/>
              <a:t>Syntax Definition:</a:t>
            </a:r>
            <a:r>
              <a:rPr lang="en-US" dirty="0"/>
              <a:t> </a:t>
            </a:r>
            <a:br>
              <a:rPr lang="en-US" dirty="0"/>
            </a:br>
            <a:endParaRPr lang="en-US" dirty="0"/>
          </a:p>
          <a:p>
            <a:pPr marL="0" indent="0">
              <a:buNone/>
            </a:pPr>
            <a:r>
              <a:rPr lang="en-US" dirty="0"/>
              <a:t>while (condition) { </a:t>
            </a:r>
          </a:p>
          <a:p>
            <a:pPr marL="0" indent="0">
              <a:buNone/>
            </a:pPr>
            <a:r>
              <a:rPr lang="en-US" dirty="0"/>
              <a:t>// code block </a:t>
            </a:r>
          </a:p>
          <a:p>
            <a:pPr marL="0" indent="0">
              <a:buNone/>
            </a:pPr>
            <a:r>
              <a:rPr lang="en-US" dirty="0"/>
              <a:t>// update statement(increment/decrement) </a:t>
            </a:r>
          </a:p>
          <a:p>
            <a:pPr marL="0" indent="0">
              <a:buNone/>
            </a:pPr>
            <a:r>
              <a:rPr lang="en-US" dirty="0"/>
              <a:t>}</a:t>
            </a:r>
          </a:p>
        </p:txBody>
      </p:sp>
      <p:sp>
        <p:nvSpPr>
          <p:cNvPr id="4" name="Content Placeholder 3">
            <a:extLst>
              <a:ext uri="{FF2B5EF4-FFF2-40B4-BE49-F238E27FC236}">
                <a16:creationId xmlns:a16="http://schemas.microsoft.com/office/drawing/2014/main" id="{498CD830-F3D4-D0A1-A508-BB38D0339F1A}"/>
              </a:ext>
            </a:extLst>
          </p:cNvPr>
          <p:cNvSpPr>
            <a:spLocks noGrp="1"/>
          </p:cNvSpPr>
          <p:nvPr>
            <p:ph sz="half" idx="2"/>
          </p:nvPr>
        </p:nvSpPr>
        <p:spPr>
          <a:xfrm>
            <a:off x="6095606" y="2171769"/>
            <a:ext cx="4967228" cy="3287094"/>
          </a:xfrm>
        </p:spPr>
        <p:txBody>
          <a:bodyPr>
            <a:normAutofit/>
          </a:bodyPr>
          <a:lstStyle/>
          <a:p>
            <a:r>
              <a:rPr lang="en-US" dirty="0"/>
              <a:t>The condition is evaluated before the code block executes.</a:t>
            </a:r>
          </a:p>
          <a:p>
            <a:r>
              <a:rPr lang="en-US" dirty="0"/>
              <a:t>When to Use It: while loop is used when we don't know ahead of time how many times the loop needs to run. Common use cases include reading files until the end is reached, or waiting for a specific user input.</a:t>
            </a:r>
          </a:p>
        </p:txBody>
      </p:sp>
      <p:cxnSp>
        <p:nvCxnSpPr>
          <p:cNvPr id="7" name="Straight Connector 6">
            <a:extLst>
              <a:ext uri="{FF2B5EF4-FFF2-40B4-BE49-F238E27FC236}">
                <a16:creationId xmlns:a16="http://schemas.microsoft.com/office/drawing/2014/main" id="{186DAB99-EE2B-0F3E-9175-99665B47067F}"/>
              </a:ext>
            </a:extLst>
          </p:cNvPr>
          <p:cNvCxnSpPr/>
          <p:nvPr/>
        </p:nvCxnSpPr>
        <p:spPr>
          <a:xfrm>
            <a:off x="5599521" y="2171769"/>
            <a:ext cx="0" cy="328709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034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781A0-C9BF-EB7E-1A04-783419E73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9A367-B6C0-6ADE-9BB8-11B5891EC1DD}"/>
              </a:ext>
            </a:extLst>
          </p:cNvPr>
          <p:cNvSpPr>
            <a:spLocks noGrp="1"/>
          </p:cNvSpPr>
          <p:nvPr>
            <p:ph type="title"/>
          </p:nvPr>
        </p:nvSpPr>
        <p:spPr/>
        <p:txBody>
          <a:bodyPr/>
          <a:lstStyle/>
          <a:p>
            <a:r>
              <a:rPr lang="en-US" b="1" dirty="0"/>
              <a:t>The do while Loop</a:t>
            </a:r>
          </a:p>
        </p:txBody>
      </p:sp>
      <p:sp>
        <p:nvSpPr>
          <p:cNvPr id="3" name="Content Placeholder 2">
            <a:extLst>
              <a:ext uri="{FF2B5EF4-FFF2-40B4-BE49-F238E27FC236}">
                <a16:creationId xmlns:a16="http://schemas.microsoft.com/office/drawing/2014/main" id="{D550FF1B-D148-7157-D071-9EDCCD2DB1ED}"/>
              </a:ext>
            </a:extLst>
          </p:cNvPr>
          <p:cNvSpPr>
            <a:spLocks noGrp="1"/>
          </p:cNvSpPr>
          <p:nvPr>
            <p:ph sz="half" idx="1"/>
          </p:nvPr>
        </p:nvSpPr>
        <p:spPr>
          <a:xfrm>
            <a:off x="1129166" y="1911098"/>
            <a:ext cx="4645152" cy="3293852"/>
          </a:xfrm>
        </p:spPr>
        <p:txBody>
          <a:bodyPr>
            <a:normAutofit fontScale="92500"/>
          </a:bodyPr>
          <a:lstStyle/>
          <a:p>
            <a:pPr marL="0" indent="0">
              <a:buNone/>
            </a:pPr>
            <a:r>
              <a:rPr lang="en-US" b="1" dirty="0"/>
              <a:t>Syntax Definition:</a:t>
            </a:r>
            <a:r>
              <a:rPr lang="en-US" dirty="0"/>
              <a:t> </a:t>
            </a:r>
            <a:br>
              <a:rPr lang="en-US" dirty="0"/>
            </a:br>
            <a:endParaRPr lang="en-US" dirty="0"/>
          </a:p>
          <a:p>
            <a:pPr marL="0" indent="0">
              <a:buNone/>
            </a:pPr>
            <a:r>
              <a:rPr lang="en-US" dirty="0"/>
              <a:t>do { </a:t>
            </a:r>
          </a:p>
          <a:p>
            <a:pPr marL="0" indent="0">
              <a:buNone/>
            </a:pPr>
            <a:r>
              <a:rPr lang="en-US" dirty="0"/>
              <a:t>// Code block to be executed </a:t>
            </a:r>
          </a:p>
          <a:p>
            <a:pPr marL="0" indent="0">
              <a:buNone/>
            </a:pPr>
            <a:r>
              <a:rPr lang="en-US" dirty="0"/>
              <a:t>// Update statement (increment/decrement) </a:t>
            </a:r>
          </a:p>
          <a:p>
            <a:pPr marL="0" indent="0">
              <a:buNone/>
            </a:pPr>
            <a:r>
              <a:rPr lang="en-US" dirty="0"/>
              <a:t>} while (condition);</a:t>
            </a:r>
          </a:p>
        </p:txBody>
      </p:sp>
      <p:sp>
        <p:nvSpPr>
          <p:cNvPr id="4" name="Content Placeholder 3">
            <a:extLst>
              <a:ext uri="{FF2B5EF4-FFF2-40B4-BE49-F238E27FC236}">
                <a16:creationId xmlns:a16="http://schemas.microsoft.com/office/drawing/2014/main" id="{7C7A1F53-6E69-986E-9A80-E48CD372CC1D}"/>
              </a:ext>
            </a:extLst>
          </p:cNvPr>
          <p:cNvSpPr>
            <a:spLocks noGrp="1"/>
          </p:cNvSpPr>
          <p:nvPr>
            <p:ph sz="half" idx="2"/>
          </p:nvPr>
        </p:nvSpPr>
        <p:spPr>
          <a:xfrm>
            <a:off x="5774318" y="2011519"/>
            <a:ext cx="5952613" cy="3842532"/>
          </a:xfrm>
        </p:spPr>
        <p:txBody>
          <a:bodyPr>
            <a:normAutofit fontScale="92500"/>
          </a:bodyPr>
          <a:lstStyle/>
          <a:p>
            <a:r>
              <a:rPr lang="en-US" dirty="0"/>
              <a:t>The do-while loop is unique because it is an exit-controlled loop. The code block executes first, and then the condition is evaluated at the end.</a:t>
            </a:r>
          </a:p>
          <a:p>
            <a:r>
              <a:rPr lang="en-US" dirty="0"/>
              <a:t>This structure guarantees that the statements inside the loop will execute at least once, even if the condition is initially false.</a:t>
            </a:r>
          </a:p>
          <a:p>
            <a:r>
              <a:rPr lang="en-US" dirty="0"/>
              <a:t>Highly useful for menu-driven programs where the menu must be displayed to the user at least once before asking for a choice.</a:t>
            </a:r>
          </a:p>
        </p:txBody>
      </p:sp>
      <p:cxnSp>
        <p:nvCxnSpPr>
          <p:cNvPr id="7" name="Straight Connector 6">
            <a:extLst>
              <a:ext uri="{FF2B5EF4-FFF2-40B4-BE49-F238E27FC236}">
                <a16:creationId xmlns:a16="http://schemas.microsoft.com/office/drawing/2014/main" id="{1724B310-EC4F-6ED8-1FEA-CCF7E0125207}"/>
              </a:ext>
            </a:extLst>
          </p:cNvPr>
          <p:cNvCxnSpPr>
            <a:cxnSpLocks/>
          </p:cNvCxnSpPr>
          <p:nvPr/>
        </p:nvCxnSpPr>
        <p:spPr>
          <a:xfrm>
            <a:off x="5599521" y="1890325"/>
            <a:ext cx="0" cy="395564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1540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89A0E-B79C-10A5-D993-A7769FD0CA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D5922-17AB-B8B5-9971-1AA0D88CD1CB}"/>
              </a:ext>
            </a:extLst>
          </p:cNvPr>
          <p:cNvSpPr>
            <a:spLocks noGrp="1"/>
          </p:cNvSpPr>
          <p:nvPr>
            <p:ph type="title"/>
          </p:nvPr>
        </p:nvSpPr>
        <p:spPr/>
        <p:txBody>
          <a:bodyPr/>
          <a:lstStyle/>
          <a:p>
            <a:r>
              <a:rPr lang="en-US" b="1" dirty="0"/>
              <a:t>The for Loop</a:t>
            </a:r>
          </a:p>
        </p:txBody>
      </p:sp>
      <p:sp>
        <p:nvSpPr>
          <p:cNvPr id="3" name="Content Placeholder 2">
            <a:extLst>
              <a:ext uri="{FF2B5EF4-FFF2-40B4-BE49-F238E27FC236}">
                <a16:creationId xmlns:a16="http://schemas.microsoft.com/office/drawing/2014/main" id="{FA1C03EA-5C93-1766-CBD3-711137D4903D}"/>
              </a:ext>
            </a:extLst>
          </p:cNvPr>
          <p:cNvSpPr>
            <a:spLocks noGrp="1"/>
          </p:cNvSpPr>
          <p:nvPr>
            <p:ph sz="half" idx="1"/>
          </p:nvPr>
        </p:nvSpPr>
        <p:spPr>
          <a:xfrm>
            <a:off x="1129165" y="2221223"/>
            <a:ext cx="4645149" cy="3293852"/>
          </a:xfrm>
        </p:spPr>
        <p:txBody>
          <a:bodyPr>
            <a:normAutofit fontScale="92500"/>
          </a:bodyPr>
          <a:lstStyle/>
          <a:p>
            <a:pPr marL="0" indent="0">
              <a:buNone/>
            </a:pPr>
            <a:r>
              <a:rPr lang="en-US" b="1" dirty="0"/>
              <a:t>Syntax Definition:</a:t>
            </a:r>
            <a:r>
              <a:rPr lang="en-US" dirty="0"/>
              <a:t> </a:t>
            </a:r>
            <a:br>
              <a:rPr lang="en-US" dirty="0"/>
            </a:br>
            <a:br>
              <a:rPr lang="en-US" dirty="0"/>
            </a:br>
            <a:r>
              <a:rPr lang="en-US" dirty="0"/>
              <a:t>for (initialization; condition; update)</a:t>
            </a:r>
            <a:br>
              <a:rPr lang="en-US" dirty="0"/>
            </a:br>
            <a:r>
              <a:rPr lang="en-US" dirty="0"/>
              <a:t> {    </a:t>
            </a:r>
            <a:br>
              <a:rPr lang="en-US" dirty="0"/>
            </a:br>
            <a:r>
              <a:rPr lang="en-US" dirty="0"/>
              <a:t>// Code block to be executed repeatedly</a:t>
            </a:r>
            <a:br>
              <a:rPr lang="en-US" dirty="0"/>
            </a:br>
            <a:r>
              <a:rPr lang="en-US" dirty="0"/>
              <a:t>}</a:t>
            </a:r>
          </a:p>
        </p:txBody>
      </p:sp>
      <p:sp>
        <p:nvSpPr>
          <p:cNvPr id="4" name="Content Placeholder 3">
            <a:extLst>
              <a:ext uri="{FF2B5EF4-FFF2-40B4-BE49-F238E27FC236}">
                <a16:creationId xmlns:a16="http://schemas.microsoft.com/office/drawing/2014/main" id="{6C4DB9BA-F61C-5C01-19EB-087D9557EEE6}"/>
              </a:ext>
            </a:extLst>
          </p:cNvPr>
          <p:cNvSpPr>
            <a:spLocks noGrp="1"/>
          </p:cNvSpPr>
          <p:nvPr>
            <p:ph sz="half" idx="2"/>
          </p:nvPr>
        </p:nvSpPr>
        <p:spPr>
          <a:xfrm>
            <a:off x="5840307" y="2017342"/>
            <a:ext cx="5952612" cy="4068771"/>
          </a:xfrm>
        </p:spPr>
        <p:txBody>
          <a:bodyPr>
            <a:normAutofit fontScale="92500"/>
          </a:bodyPr>
          <a:lstStyle/>
          <a:p>
            <a:r>
              <a:rPr lang="en-US" dirty="0"/>
              <a:t>Initialization: Executes once before the loop begins. Often used to declare a counter variable (e.g., int </a:t>
            </a:r>
            <a:r>
              <a:rPr lang="en-US" dirty="0" err="1"/>
              <a:t>i</a:t>
            </a:r>
            <a:r>
              <a:rPr lang="en-US" dirty="0"/>
              <a:t> = 0;).</a:t>
            </a:r>
          </a:p>
          <a:p>
            <a:r>
              <a:rPr lang="en-US" dirty="0"/>
              <a:t>Condition: Evaluated before every iteration. If true, the loop continues. If false, it terminates.</a:t>
            </a:r>
          </a:p>
          <a:p>
            <a:r>
              <a:rPr lang="en-US" dirty="0"/>
              <a:t>Increment/Decrement: Executes after every iteration to update the loop counter (e.g., </a:t>
            </a:r>
            <a:r>
              <a:rPr lang="en-US" dirty="0" err="1"/>
              <a:t>i</a:t>
            </a:r>
            <a:r>
              <a:rPr lang="en-US" dirty="0"/>
              <a:t>++).</a:t>
            </a:r>
          </a:p>
          <a:p>
            <a:r>
              <a:rPr lang="en-US" dirty="0"/>
              <a:t>Infinite Loop: Leaving out all three components creates a valid infinite loop</a:t>
            </a:r>
          </a:p>
        </p:txBody>
      </p:sp>
      <p:cxnSp>
        <p:nvCxnSpPr>
          <p:cNvPr id="7" name="Straight Connector 6">
            <a:extLst>
              <a:ext uri="{FF2B5EF4-FFF2-40B4-BE49-F238E27FC236}">
                <a16:creationId xmlns:a16="http://schemas.microsoft.com/office/drawing/2014/main" id="{2780B32C-8D0D-3195-A3CE-2B2A03F47CF7}"/>
              </a:ext>
            </a:extLst>
          </p:cNvPr>
          <p:cNvCxnSpPr>
            <a:cxnSpLocks/>
          </p:cNvCxnSpPr>
          <p:nvPr/>
        </p:nvCxnSpPr>
        <p:spPr>
          <a:xfrm>
            <a:off x="5599521" y="1890325"/>
            <a:ext cx="0" cy="395564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0268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3F834-6F9B-694C-36A8-F74605AAA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076A7E-23FA-87C8-1166-EB7553DB50A2}"/>
              </a:ext>
            </a:extLst>
          </p:cNvPr>
          <p:cNvSpPr>
            <a:spLocks noGrp="1"/>
          </p:cNvSpPr>
          <p:nvPr>
            <p:ph type="title"/>
          </p:nvPr>
        </p:nvSpPr>
        <p:spPr/>
        <p:txBody>
          <a:bodyPr/>
          <a:lstStyle/>
          <a:p>
            <a:r>
              <a:rPr lang="en-US" b="1" dirty="0"/>
              <a:t>The for each Loop</a:t>
            </a:r>
          </a:p>
        </p:txBody>
      </p:sp>
      <p:sp>
        <p:nvSpPr>
          <p:cNvPr id="3" name="Content Placeholder 2">
            <a:extLst>
              <a:ext uri="{FF2B5EF4-FFF2-40B4-BE49-F238E27FC236}">
                <a16:creationId xmlns:a16="http://schemas.microsoft.com/office/drawing/2014/main" id="{08F10F75-B262-73FC-137A-AF23A7A57CEF}"/>
              </a:ext>
            </a:extLst>
          </p:cNvPr>
          <p:cNvSpPr>
            <a:spLocks noGrp="1"/>
          </p:cNvSpPr>
          <p:nvPr>
            <p:ph sz="half" idx="1"/>
          </p:nvPr>
        </p:nvSpPr>
        <p:spPr>
          <a:xfrm>
            <a:off x="1129165" y="2221223"/>
            <a:ext cx="4645149" cy="3293852"/>
          </a:xfrm>
        </p:spPr>
        <p:txBody>
          <a:bodyPr>
            <a:normAutofit/>
          </a:bodyPr>
          <a:lstStyle/>
          <a:p>
            <a:pPr marL="0" indent="0">
              <a:buNone/>
            </a:pPr>
            <a:r>
              <a:rPr lang="en-US" b="1" dirty="0"/>
              <a:t>Syntax Definition:</a:t>
            </a:r>
            <a:r>
              <a:rPr lang="en-US" dirty="0"/>
              <a:t> </a:t>
            </a:r>
            <a:br>
              <a:rPr lang="en-US" dirty="0"/>
            </a:br>
            <a:br>
              <a:rPr lang="en-US" dirty="0"/>
            </a:br>
            <a:r>
              <a:rPr lang="en-US" dirty="0"/>
              <a:t>for (Datatype element : Array) </a:t>
            </a:r>
          </a:p>
          <a:p>
            <a:pPr marL="0" indent="0">
              <a:buNone/>
            </a:pPr>
            <a:r>
              <a:rPr lang="en-US" dirty="0"/>
              <a:t>{ </a:t>
            </a:r>
          </a:p>
          <a:p>
            <a:pPr marL="0" indent="0">
              <a:buNone/>
            </a:pPr>
            <a:r>
              <a:rPr lang="en-US" dirty="0"/>
              <a:t>// Code block to be executed for each element </a:t>
            </a:r>
          </a:p>
          <a:p>
            <a:pPr marL="0" indent="0">
              <a:buNone/>
            </a:pPr>
            <a:r>
              <a:rPr lang="en-US" dirty="0"/>
              <a:t>}</a:t>
            </a:r>
          </a:p>
        </p:txBody>
      </p:sp>
      <p:sp>
        <p:nvSpPr>
          <p:cNvPr id="4" name="Content Placeholder 3">
            <a:extLst>
              <a:ext uri="{FF2B5EF4-FFF2-40B4-BE49-F238E27FC236}">
                <a16:creationId xmlns:a16="http://schemas.microsoft.com/office/drawing/2014/main" id="{E5985A5D-710F-C06F-4BFD-471583596E95}"/>
              </a:ext>
            </a:extLst>
          </p:cNvPr>
          <p:cNvSpPr>
            <a:spLocks noGrp="1"/>
          </p:cNvSpPr>
          <p:nvPr>
            <p:ph sz="half" idx="2"/>
          </p:nvPr>
        </p:nvSpPr>
        <p:spPr>
          <a:xfrm>
            <a:off x="5933870" y="2221223"/>
            <a:ext cx="5613966" cy="3678739"/>
          </a:xfrm>
        </p:spPr>
        <p:txBody>
          <a:bodyPr>
            <a:normAutofit/>
          </a:bodyPr>
          <a:lstStyle/>
          <a:p>
            <a:r>
              <a:rPr lang="en-US" dirty="0"/>
              <a:t>Specifically designed to iterate over arrays and Collections</a:t>
            </a:r>
          </a:p>
          <a:p>
            <a:r>
              <a:rPr lang="en-US" dirty="0"/>
              <a:t>No counters, indices, or iterator setup required.</a:t>
            </a:r>
          </a:p>
          <a:p>
            <a:r>
              <a:rPr lang="en-US" dirty="0"/>
              <a:t>Cannot use index number to modify the element because modifying the element variable does not change the underlying array or collection.</a:t>
            </a:r>
          </a:p>
        </p:txBody>
      </p:sp>
      <p:cxnSp>
        <p:nvCxnSpPr>
          <p:cNvPr id="7" name="Straight Connector 6">
            <a:extLst>
              <a:ext uri="{FF2B5EF4-FFF2-40B4-BE49-F238E27FC236}">
                <a16:creationId xmlns:a16="http://schemas.microsoft.com/office/drawing/2014/main" id="{2E7CDCA7-D65B-2211-8148-3B5193B86A82}"/>
              </a:ext>
            </a:extLst>
          </p:cNvPr>
          <p:cNvCxnSpPr>
            <a:cxnSpLocks/>
          </p:cNvCxnSpPr>
          <p:nvPr/>
        </p:nvCxnSpPr>
        <p:spPr>
          <a:xfrm>
            <a:off x="5599521" y="2139885"/>
            <a:ext cx="0" cy="361046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4616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90B5427B-2017-FA38-2EBC-C3B62486CDD2}"/>
              </a:ext>
            </a:extLst>
          </p:cNvPr>
          <p:cNvGraphicFramePr/>
          <p:nvPr>
            <p:extLst>
              <p:ext uri="{D42A27DB-BD31-4B8C-83A1-F6EECF244321}">
                <p14:modId xmlns:p14="http://schemas.microsoft.com/office/powerpoint/2010/main" val="1518935118"/>
              </p:ext>
            </p:extLst>
          </p:nvPr>
        </p:nvGraphicFramePr>
        <p:xfrm>
          <a:off x="1130270" y="1847654"/>
          <a:ext cx="9603275" cy="40570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343BB0D4-896A-03D5-4D9C-25685D64E684}"/>
              </a:ext>
            </a:extLst>
          </p:cNvPr>
          <p:cNvSpPr>
            <a:spLocks noGrp="1"/>
          </p:cNvSpPr>
          <p:nvPr>
            <p:ph type="title"/>
          </p:nvPr>
        </p:nvSpPr>
        <p:spPr/>
        <p:txBody>
          <a:bodyPr/>
          <a:lstStyle/>
          <a:p>
            <a:r>
              <a:rPr lang="en-US" b="1" dirty="0"/>
              <a:t>Comparison of Looping statements</a:t>
            </a:r>
          </a:p>
        </p:txBody>
      </p:sp>
    </p:spTree>
    <p:extLst>
      <p:ext uri="{BB962C8B-B14F-4D97-AF65-F5344CB8AC3E}">
        <p14:creationId xmlns:p14="http://schemas.microsoft.com/office/powerpoint/2010/main" val="2895718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D56E4-3561-2376-2D52-E7B67B5EC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48272-1F2B-F112-524B-95F5863B6F7F}"/>
              </a:ext>
            </a:extLst>
          </p:cNvPr>
          <p:cNvSpPr>
            <a:spLocks noGrp="1"/>
          </p:cNvSpPr>
          <p:nvPr>
            <p:ph type="title"/>
          </p:nvPr>
        </p:nvSpPr>
        <p:spPr/>
        <p:txBody>
          <a:bodyPr/>
          <a:lstStyle/>
          <a:p>
            <a:r>
              <a:rPr lang="en-US" b="1" dirty="0"/>
              <a:t>Loop control statements</a:t>
            </a:r>
          </a:p>
        </p:txBody>
      </p:sp>
      <p:sp>
        <p:nvSpPr>
          <p:cNvPr id="3" name="Content Placeholder 2">
            <a:extLst>
              <a:ext uri="{FF2B5EF4-FFF2-40B4-BE49-F238E27FC236}">
                <a16:creationId xmlns:a16="http://schemas.microsoft.com/office/drawing/2014/main" id="{E4E359DD-0E3C-CFCD-1092-FA6CC0A0AD86}"/>
              </a:ext>
            </a:extLst>
          </p:cNvPr>
          <p:cNvSpPr>
            <a:spLocks noGrp="1"/>
          </p:cNvSpPr>
          <p:nvPr>
            <p:ph sz="half" idx="1"/>
          </p:nvPr>
        </p:nvSpPr>
        <p:spPr>
          <a:xfrm>
            <a:off x="1129166" y="2221223"/>
            <a:ext cx="4404368" cy="3293852"/>
          </a:xfrm>
        </p:spPr>
        <p:txBody>
          <a:bodyPr>
            <a:normAutofit/>
          </a:bodyPr>
          <a:lstStyle/>
          <a:p>
            <a:pPr marL="0" indent="0">
              <a:buNone/>
            </a:pPr>
            <a:r>
              <a:rPr lang="en-US" b="1" dirty="0"/>
              <a:t>Break statement:</a:t>
            </a:r>
            <a:r>
              <a:rPr lang="en-US" dirty="0"/>
              <a:t> </a:t>
            </a:r>
            <a:br>
              <a:rPr lang="en-US" dirty="0"/>
            </a:br>
            <a:br>
              <a:rPr lang="en-US" dirty="0"/>
            </a:br>
            <a:r>
              <a:rPr lang="en-US" dirty="0"/>
              <a:t>Immediately terminates the innermost loop it resides in. The program flow continues with the statement immediately following the loop block.</a:t>
            </a:r>
          </a:p>
        </p:txBody>
      </p:sp>
      <p:cxnSp>
        <p:nvCxnSpPr>
          <p:cNvPr id="7" name="Straight Connector 6">
            <a:extLst>
              <a:ext uri="{FF2B5EF4-FFF2-40B4-BE49-F238E27FC236}">
                <a16:creationId xmlns:a16="http://schemas.microsoft.com/office/drawing/2014/main" id="{D0EDA4C2-69FA-DD37-2EAF-4DAF4AE0371A}"/>
              </a:ext>
            </a:extLst>
          </p:cNvPr>
          <p:cNvCxnSpPr>
            <a:cxnSpLocks/>
          </p:cNvCxnSpPr>
          <p:nvPr/>
        </p:nvCxnSpPr>
        <p:spPr>
          <a:xfrm>
            <a:off x="5712643" y="2069829"/>
            <a:ext cx="0" cy="3445246"/>
          </a:xfrm>
          <a:prstGeom prst="line">
            <a:avLst/>
          </a:prstGeom>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A4DE2FB9-4B6A-8FFF-9DCF-7A086056933F}"/>
              </a:ext>
            </a:extLst>
          </p:cNvPr>
          <p:cNvSpPr txBox="1">
            <a:spLocks/>
          </p:cNvSpPr>
          <p:nvPr/>
        </p:nvSpPr>
        <p:spPr>
          <a:xfrm>
            <a:off x="6095607" y="2221223"/>
            <a:ext cx="4645149" cy="329385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None/>
            </a:pPr>
            <a:r>
              <a:rPr lang="en-US" b="1" dirty="0"/>
              <a:t>Continue statement:</a:t>
            </a:r>
            <a:r>
              <a:rPr lang="en-US" dirty="0"/>
              <a:t> </a:t>
            </a:r>
            <a:br>
              <a:rPr lang="en-US" dirty="0"/>
            </a:br>
            <a:br>
              <a:rPr lang="en-US" dirty="0"/>
            </a:br>
            <a:r>
              <a:rPr lang="en-US" dirty="0"/>
              <a:t>Skips the remaining statements in the current iteration. The loop does not terminate; instead, it jumps straight to the next evaluation (or increment expression).</a:t>
            </a:r>
          </a:p>
        </p:txBody>
      </p:sp>
    </p:spTree>
    <p:extLst>
      <p:ext uri="{BB962C8B-B14F-4D97-AF65-F5344CB8AC3E}">
        <p14:creationId xmlns:p14="http://schemas.microsoft.com/office/powerpoint/2010/main" val="187110190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Gallery</Template>
  <TotalTime>75</TotalTime>
  <Words>576</Words>
  <Application>Microsoft Office PowerPoint</Application>
  <PresentationFormat>Widescreen</PresentationFormat>
  <Paragraphs>49</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Century Gothic</vt:lpstr>
      <vt:lpstr>Gallery</vt:lpstr>
      <vt:lpstr>Looping statements in Java</vt:lpstr>
      <vt:lpstr>Types of Loops in Java</vt:lpstr>
      <vt:lpstr>The while Loop</vt:lpstr>
      <vt:lpstr>The do while Loop</vt:lpstr>
      <vt:lpstr>The for Loop</vt:lpstr>
      <vt:lpstr>The for each Loop</vt:lpstr>
      <vt:lpstr>Comparison of Looping statements</vt:lpstr>
      <vt:lpstr>Loop control statements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Vidhiya Lakshmi S</dc:creator>
  <cp:lastModifiedBy>Vidhiya Lakshmi S</cp:lastModifiedBy>
  <cp:revision>17</cp:revision>
  <dcterms:created xsi:type="dcterms:W3CDTF">2026-07-29T04:07:28Z</dcterms:created>
  <dcterms:modified xsi:type="dcterms:W3CDTF">2026-07-29T05:22:49Z</dcterms:modified>
</cp:coreProperties>
</file>